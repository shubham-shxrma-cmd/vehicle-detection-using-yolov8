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SHARMA" userId="a77e7e10e671fded" providerId="LiveId" clId="{45C847AD-E527-41FE-8B56-10706F492D5E}"/>
    <pc:docChg chg="modSld">
      <pc:chgData name="SHUBHAM SHARMA" userId="a77e7e10e671fded" providerId="LiveId" clId="{45C847AD-E527-41FE-8B56-10706F492D5E}" dt="2025-09-23T07:39:59.860" v="5" actId="207"/>
      <pc:docMkLst>
        <pc:docMk/>
      </pc:docMkLst>
      <pc:sldChg chg="modSp mod">
        <pc:chgData name="SHUBHAM SHARMA" userId="a77e7e10e671fded" providerId="LiveId" clId="{45C847AD-E527-41FE-8B56-10706F492D5E}" dt="2025-09-23T07:39:59.860" v="5" actId="207"/>
        <pc:sldMkLst>
          <pc:docMk/>
          <pc:sldMk cId="0" sldId="256"/>
        </pc:sldMkLst>
        <pc:spChg chg="mod">
          <ac:chgData name="SHUBHAM SHARMA" userId="a77e7e10e671fded" providerId="LiveId" clId="{45C847AD-E527-41FE-8B56-10706F492D5E}" dt="2025-09-23T07:39:59.860" v="5" actId="20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Vehicle detection is a core component in intelligent transportation systems (ITS).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Helps in traffic monitoring, accident prevention, automated toll collection, and smart city planning.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Real-life applications: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- Smart traffic lights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- Surveillance and security systems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- Autonomous vehicles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Background: AI and computer vision enable automated vehicle recognition, reducing human effort and errors.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rPr dirty="0"/>
              <a:t>Detect and classify different types of vehicles in images and videos.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rPr dirty="0"/>
              <a:t>Count total vehicles accurately.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rPr dirty="0"/>
              <a:t>Demonstrate practical implementation using YOLOv8.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rPr dirty="0"/>
              <a:t>Understand performance metrics like accuracy and speed.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rPr dirty="0"/>
              <a:t>Explore real-time applications and limitations.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Step-by-step pipeline: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1. Data Collection: Collect images/videos from roads and traffic cameras.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2. Data Preprocessing: Resize images, normalize, and annotate vehicles.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3. Model Selection: Use YOLOv8 for detection.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4. Training: Train model on annotated dataset.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5. Testing: Run model on test images/videos.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6. Output Analysis: Extract vehicle type, count, and positions.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[IMAGE PLACEHOLDER]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Tools &amp; Libraries: Python, OpenCV, PyTorch, Ultralytics YOLOv8.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Dataset: Public traffic datasets or custom collected images.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YOLOv8 Working: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- Single-stage detector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- Predicts bounding boxes and class probabilities directly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- Fast inference suitable for real-time detection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Code Execution: Load model, provide input image/video, detect vehicles, display results with bounding boxes.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Detection Accuracy: High detection rate for cars, buses, bikes, and trucks.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Performance: Real-time detection at XX FPS on GPU-enabled systems.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Example Use Case: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Input: Traffic camera image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Output: Annotated image with vehicle types and count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Insights: Model successfully differentiates between vehicle classes, performs well under varying lighting conditions.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[IMAGE PLACEHOLDER]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Vehicle detection improves traffic management and safety.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YOLOv8 is efficient for real-time vehicle detection tasks.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Future Scope: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- Integration with autonomous vehicles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- Traffic prediction and congestion management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- Enhanced dataset for more diverse vehicle types</a:t>
            </a:r>
          </a:p>
          <a:p>
            <a:pPr>
              <a:defRPr sz="1800">
                <a:solidFill>
                  <a:srgbClr val="FF8C00"/>
                </a:solidFill>
                <a:latin typeface="Calibri"/>
              </a:defRPr>
            </a:pPr>
            <a:r>
              <a:t>- Mobile deployment for smart city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363</Words>
  <Application>Microsoft Office PowerPoint</Application>
  <PresentationFormat>On-screen Show (4:3)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Introduction</vt:lpstr>
      <vt:lpstr>Objective</vt:lpstr>
      <vt:lpstr>Methodology</vt:lpstr>
      <vt:lpstr>Implementation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SHUBHAM SHARMA</cp:lastModifiedBy>
  <cp:revision>1</cp:revision>
  <dcterms:created xsi:type="dcterms:W3CDTF">2013-01-27T09:14:16Z</dcterms:created>
  <dcterms:modified xsi:type="dcterms:W3CDTF">2025-09-23T07:40:23Z</dcterms:modified>
  <cp:category/>
</cp:coreProperties>
</file>